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56" r:id="rId12"/>
    <p:sldId id="266" r:id="rId13"/>
    <p:sldId id="267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4E"/>
    <a:srgbClr val="E5393D"/>
    <a:srgbClr val="05D801"/>
    <a:srgbClr val="FFB57D"/>
    <a:srgbClr val="FC9E14"/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01" d="100"/>
          <a:sy n="101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02.02.2026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FB57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C9E1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endParaRPr lang="de-DE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Weather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 dirty="0"/>
          </a:p>
        </p:txBody>
      </p:sp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5B32943-B9C6-E9BC-80B5-A5EB4E2F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572306"/>
            <a:ext cx="8591551" cy="44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Luft-verschmutzungsprofile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 dirty="0"/>
          </a:p>
        </p:txBody>
      </p:sp>
      <p:pic>
        <p:nvPicPr>
          <p:cNvPr id="10" name="Grafik 9" descr="Volltreffer Silhouette">
            <a:extLst>
              <a:ext uri="{FF2B5EF4-FFF2-40B4-BE49-F238E27FC236}">
                <a16:creationId xmlns:a16="http://schemas.microsoft.com/office/drawing/2014/main" id="{9D2231CA-982A-4F66-F230-07525E68DD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0573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</a:t>
            </a:r>
            <a:r>
              <a:rPr lang="de-DE" b="1" dirty="0"/>
              <a:t>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 dirty="0"/>
          </a:p>
        </p:txBody>
      </p:sp>
      <p:pic>
        <p:nvPicPr>
          <p:cNvPr id="10" name="Grafik 9" descr="Eimer und Wischmopp Silhouette">
            <a:extLst>
              <a:ext uri="{FF2B5EF4-FFF2-40B4-BE49-F238E27FC236}">
                <a16:creationId xmlns:a16="http://schemas.microsoft.com/office/drawing/2014/main" id="{E83BC10A-6E59-6FC9-3458-44D077A16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7800" y="1893888"/>
            <a:ext cx="914400" cy="914400"/>
          </a:xfrm>
          <a:prstGeom prst="rect">
            <a:avLst/>
          </a:prstGeom>
        </p:spPr>
      </p:pic>
      <p:pic>
        <p:nvPicPr>
          <p:cNvPr id="12" name="Grafik 11" descr="Tageskalender Silhouette">
            <a:extLst>
              <a:ext uri="{FF2B5EF4-FFF2-40B4-BE49-F238E27FC236}">
                <a16:creationId xmlns:a16="http://schemas.microsoft.com/office/drawing/2014/main" id="{F09F6FD4-C909-F126-F75F-588F00997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67800" y="47053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 dirty="0"/>
          </a:p>
        </p:txBody>
      </p:sp>
      <p:pic>
        <p:nvPicPr>
          <p:cNvPr id="8" name="Grafik 7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603E723-15E7-495A-488F-4A35BBE99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680" y="1690688"/>
            <a:ext cx="10411120" cy="425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515379"/>
                  </p:ext>
                </p:extLst>
              </p:nvPr>
            </p:nvGraphicFramePr>
            <p:xfrm>
              <a:off x="0" y="0"/>
              <a:ext cx="12192000" cy="641985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4198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Datensatz sehr gut geeignet zum Lernen von</a:t>
            </a:r>
          </a:p>
          <a:p>
            <a:pPr lvl="1"/>
            <a:r>
              <a:rPr lang="de-DE" dirty="0"/>
              <a:t>Umgang mit MySQL</a:t>
            </a:r>
          </a:p>
          <a:p>
            <a:pPr lvl="1"/>
            <a:r>
              <a:rPr lang="de-DE" dirty="0"/>
              <a:t>Datenanalyse mit KNIME</a:t>
            </a:r>
          </a:p>
          <a:p>
            <a:pPr lvl="1"/>
            <a:r>
              <a:rPr lang="de-DE" dirty="0"/>
              <a:t>Erstellen von Vorhersagemodellen</a:t>
            </a:r>
          </a:p>
          <a:p>
            <a:pPr lvl="1"/>
            <a:r>
              <a:rPr lang="de-DE" dirty="0"/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Datensatz schlecht oder nicht geeignet für</a:t>
            </a:r>
          </a:p>
          <a:p>
            <a:pPr lvl="1"/>
            <a:r>
              <a:rPr lang="de-DE" dirty="0"/>
              <a:t>Tiefgreifende Analysen zu</a:t>
            </a:r>
          </a:p>
          <a:p>
            <a:pPr lvl="2"/>
            <a:r>
              <a:rPr lang="de-DE" dirty="0"/>
              <a:t>Feuchtigkeit und Niederschlag</a:t>
            </a:r>
          </a:p>
          <a:p>
            <a:pPr lvl="2"/>
            <a:r>
              <a:rPr lang="de-DE" dirty="0"/>
              <a:t>Umweltverschmutzung durch Feuerwerke / Waldbrände etc.</a:t>
            </a:r>
          </a:p>
          <a:p>
            <a:pPr lvl="2"/>
            <a:r>
              <a:rPr lang="de-DE" dirty="0"/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9</a:t>
            </a:fld>
            <a:endParaRPr lang="en-US" dirty="0"/>
          </a:p>
        </p:txBody>
      </p:sp>
      <p:pic>
        <p:nvPicPr>
          <p:cNvPr id="10" name="Grafik 9" descr="Daumen hoch-Zeichen mit einfarbiger Füllung">
            <a:extLst>
              <a:ext uri="{FF2B5EF4-FFF2-40B4-BE49-F238E27FC236}">
                <a16:creationId xmlns:a16="http://schemas.microsoft.com/office/drawing/2014/main" id="{0FDEF281-3D5A-4512-71B0-0C6F816D9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4525" y="2063749"/>
            <a:ext cx="1819275" cy="1819275"/>
          </a:xfrm>
          <a:prstGeom prst="rect">
            <a:avLst/>
          </a:prstGeom>
        </p:spPr>
      </p:pic>
      <p:pic>
        <p:nvPicPr>
          <p:cNvPr id="12" name="Grafik 11" descr="Daumen runter mit einfarbiger Füllung">
            <a:extLst>
              <a:ext uri="{FF2B5EF4-FFF2-40B4-BE49-F238E27FC236}">
                <a16:creationId xmlns:a16="http://schemas.microsoft.com/office/drawing/2014/main" id="{EFF7F61E-9C47-E8CB-5BA5-2B13D6A5E7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4525" y="4171951"/>
            <a:ext cx="1824037" cy="182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713F6D-A6FE-3D8E-5E3C-891573451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Vielen Dank für die Aufmerksamkeit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0D54EE-9129-DB2C-393C-6108FC85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02.02.2026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26D1E-D36C-4163-B620-71CE89CB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8798F6-4076-A8A2-2832-456894E99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7FE0CB6-59C4-A1BB-1E0F-35D3FE4FC868}"/>
              </a:ext>
            </a:extLst>
          </p:cNvPr>
          <p:cNvGrpSpPr/>
          <p:nvPr/>
        </p:nvGrpSpPr>
        <p:grpSpPr>
          <a:xfrm>
            <a:off x="2063345" y="1690688"/>
            <a:ext cx="8065310" cy="4381500"/>
            <a:chOff x="838199" y="1623217"/>
            <a:chExt cx="8065310" cy="4381500"/>
          </a:xfrm>
        </p:grpSpPr>
        <p:pic>
          <p:nvPicPr>
            <p:cNvPr id="12" name="Grafik 11" descr="Junger Geschäftsmann schreibt auf Notepad">
              <a:extLst>
                <a:ext uri="{FF2B5EF4-FFF2-40B4-BE49-F238E27FC236}">
                  <a16:creationId xmlns:a16="http://schemas.microsoft.com/office/drawing/2014/main" id="{BB9B5DF9-AF96-E207-E90E-6A7FBE1EF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27114" y="1623217"/>
              <a:ext cx="1376395" cy="4381500"/>
            </a:xfrm>
            <a:prstGeom prst="rect">
              <a:avLst/>
            </a:prstGeom>
          </p:spPr>
        </p:pic>
        <p:pic>
          <p:nvPicPr>
            <p:cNvPr id="18" name="Grafik 17" descr="Fragen mit einfarbiger Füllung">
              <a:extLst>
                <a:ext uri="{FF2B5EF4-FFF2-40B4-BE49-F238E27FC236}">
                  <a16:creationId xmlns:a16="http://schemas.microsoft.com/office/drawing/2014/main" id="{51EBC60E-CD38-08FE-197E-9B75D8BB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199" y="1694655"/>
              <a:ext cx="4238625" cy="42386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90148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TW/cNhD9K4FOLbAoRFFfzM3euD3UNYy6yKUwFiNypGXAlQSKsr029r93SK0bZ5tkaxeb2O5NHI3mzZvHkYa6i5QeegPrM1hh9DY6xQFvUcsltm9YNIvayZwoyRLMmCjrUilacObvdr3TXTtEb+8iB7ZB914PIxgfi4x/Xs4iMOYcGr+qwQw4i3q0Q9eC0bc4OdMtZ0fczCK86U1nwYe8cODQh70id1pTCuwnToggnb7CC5RusvIsQRFXPKtYIQRnStQxuQ2TQ8jssy4+dICfd60D3RKMtyUMOMayKqsMUPISWFx7+6DbxmwT/vjsH+veF8fhjau6G1+P6gMB+0ibDRGSIo4LiTUv4jqNc1kKpvzTtTZuC1itT256S7WiCk7R5sS86ayWhBRqYnGYSnAXzTszrsLVySf2i260En/HkOtJ67RbU6S+0gvZja2zGofFtXbLRT0as0jiJIt8fue2IzmC7+S3DuZldz23SGlQsvHmkixfpQ+3o8XfoP+U/71UhPHhgRhbduvA+FvQuQxKQFLnohaxyGWViqRQqHCvEkfqClpJVdiV4ahpLDbgtsuT76DRz2O7bYHkCZJJsGpXrs4qtMeTMO+0ve+wZLbD47mR9wrPoiIrMqFEllV1xnhaJqWoX5zADld0CY76aSHRDHocdviybyz2GfgengLPwcjR/F2UU2ibkV7thKDAv/wePhkdnx6d/frDj2Teflh+MagdtgT75h3VaTnIZaudi+4FFApFUTNIBU9FLUUl8vwVCshfrYBZqlSec55iUSQyh7oUL+8Vu1/A9NUKmMZC5jwWWc5ZWnMu0iR9cQKaTgbMRRhc/5dfyj0lmMRWvJBZnqScxlLIkkxmKX82YrN4YbprHNziQT8S7c4ada0V7jKGq2ax0u0D7y80b/zPHTA70OD9WA7/YQA3dHyZm3Eg4VBNmc67VdXNl2Ddv9y87MCb95CSbi4Pc9h4uoTToUMyBAEqTkpGJz/pu6x8Tj221M3ykYrAzX5FPjOjHrDJHkfiO3fZoT8RBxX1gG32VBGnPhN1WnA6LmQZnfEVKxWrIdr30wZC/sejc5Tfzp+bEPWjJVqhbcIs241u6EHiObQY2PZTVhqDH21noPlKba9tGNJo5rIT/nswo4cOf8KiAOMJbP4CQaKhcYQTAAA=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bNhD+Vwo9bYAxSKJ+mH1zXG8P+dGgGfoyBMKJPMksaEmgqCRO4P+9R8pZU6+blwxuk+xNOp3uu+8+nnTkXSBV32lYn8EKg7fBCfZ4i0ossXkTBZOgGc1H798fn84+HBdns9MFmdvOqrbpg7d3gQVTo/2o+gG0C0LGPy4nAWh9DrW7q0D3OAk6NH3bgFa3ODrTI2sG3EwCvOl0a8CFvLBg0YW9Ine6J+zoF0aIIKy6wgsUdrSyNEYeliwto5xzFkleheTWjw4+s2+6uNAeft42FlRDMM4WR8AwFOW0TAEFm0IUVs7eq6bW24S/vPv7unNVsXhjy/bG1aP8RMAu0mZDhAQPw1xgxfKwSsJMTHkk3duV0nYLWK4XN52hWlEFx2hzYl63RglC8jUx2I8luAvmrR5W/mrxlf2iHYzAD+hzXTRW2TVF6kpViHZorFHYF9fKLotq0LqIwzgNXH7npiU5vO/ot/bmZXs9N0hpULLh5pIs/0gfbgeDp9B9zf9eKsL49ECMLbu1Z/w96Fx6JSCuMl7xkGeiTHicS5S4V4mZvIJGUBV2ZZjVtcEa7PZ28QM0+nVoti0QP0EyAUbuytUaieZoFOadMvcdFk92eDw38k7hSZCnecolT9OySiOWTOMpr16cwBZXdAmW+qkQqHs19Dt8o+8s9hm4Hh4Dz0GLQf9ZlBNo6oE+7YQgwX38Hr4ZHJ3Mzo5/+pnM2z/KbxqVxYZg37yjOi17sWyUtcG9gFwiz6sIEs4SXgle8ix7hQKyVytgmkiZZYwlmOexyKCa8pf3id0vYPJqBUxCLjIW8jRjUVIxxpM4eXEC6lZ4zMJPrP/LP+WeEoxiS5aLNIsTRmMppHEq0oQ9G7GjsNDtNfa2eNCPRLs1Wl4ribuM4aouVqp54P03zRv+dQVMDjR4P5bDfxjANW1f5nroSTiUY6bzdlW28yUY+y8Xb3TgxXtISTeXh9lsPF3CcdMhIgQOMoynEe38hOuy6XPqsaWql49UBG72K/KNGfWATfY4Ej+4yw79izioqAdss6eKOPYZr5Kc0XYhTWmPL6OpjCoI9h3agM//aLCW8ts5ufFRv1iCFZraz7LtYPsOBJ5Dg55tN2al0PvRcgaar+T22vghjWYuM+J/BD04aH8SFngQSkmVGve84M7HAp+WI7z5DPUvyHetEwAA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</Words>
  <Application>Microsoft Office PowerPoint</Application>
  <PresentationFormat>Breitbild</PresentationFormat>
  <Paragraphs>76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PowerPoint-Präsentation</vt:lpstr>
      <vt:lpstr>Fazit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39</cp:revision>
  <dcterms:created xsi:type="dcterms:W3CDTF">2018-06-07T21:39:02Z</dcterms:created>
  <dcterms:modified xsi:type="dcterms:W3CDTF">2026-02-02T10:34:17Z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